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2860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2286000"/>
          </a:xfrm>
          <a:prstGeom prst="rect">
            <a:avLst/>
          </a:prstGeom>
          <a:solidFill>
            <a:srgbClr val="E8453C">
              <a:alpha val="30000"/>
            </a:srgbClr>
          </a:solidFill>
          <a:ln w="12700">
            <a:solidFill>
              <a:srgbClr val="E8453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005840" cy="100584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66751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82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1691640"/>
            <a:ext cx="1920240" cy="274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11/16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0040" y="20299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Коммерческое предложение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рекламному размещению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2578608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Автоматические ворота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320040" y="3611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продукт — это доступ. Наша платформа — тоже. Идеальное совпадение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11/16  ·  Автоматические ворота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PASS24.online — сильный B2B/B2C-канал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754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2560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подходит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87452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81965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 PASS24.online ежедневно взаимодействуют со шлагбаумами, воротами и въездом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" y="25146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245973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нативный сегмент: баннер воспринимается максимально органично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920" y="315468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309981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раскрывает ассортимент: гаражные ворота, электроприводы, сервис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25780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525780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300 000+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525780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Активных пользователей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722376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722376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14 000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722376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 — ежедневно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25780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525780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 млн+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525780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Показов в месяц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722376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722376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4 300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722376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Новых пользователей / мес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20040" y="4160520"/>
            <a:ext cx="8503920" cy="64008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02920" y="4224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массовый случайный трафик — а доступ к людям, которые управляют недвижимостью и объектами. Ежедневно.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11/16  ·  Автоматические ворота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Боли рекламодателя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Типичные проблемы при продвижении в сегменте «Автоматические ворота»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395728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463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Нужен точный выход на объекты с автоматизацией въезда или планами на неё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6499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6499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3280" y="2395728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0332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36499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Продажа требует нескольких касаний: кейсы, варианты, монтаж, сервис, автоматика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08076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8076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4535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4535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3640" y="2395728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8368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24535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B2B-аудитория администраторов и УК важна, но в обычной рекламе труднодоступна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320040" y="4389120"/>
            <a:ext cx="8503920" cy="347472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0292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решает эти задачи — точная аудитория, нативная среда, доступ к ЛПР.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11/16  ·  Автоматические ворота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получает рекламодатель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4632" y="148132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Аудитория, которая уже «живёт» в теме автоматизации доступа — каждый день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8032" y="148132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Смысловое совпадение продукта и платформы: ворота + доступ + управление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632" y="294436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Прямой выход на администраторов и управляющих через баннер в админ-панели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6634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8032" y="294436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по показам, кликам, уникальным пользователям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0040" y="4224528"/>
            <a:ext cx="850392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Аналитика размещения: показы · клики · уникальные пользователи · UTM-ссылки на стороне рекламодателя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11/16  ·  Автоматические ворота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Рекомендуемый пакет размещения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4320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45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2743200" cy="54864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Рекомендуется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463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приложении + Витрина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 ₽ / мес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463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и самый сильный оффер.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Ежедневный контакт + место для аргументов, кейсов и ссылок.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усиление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6499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админ-панели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6499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+20 000 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6499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B2B-работы с управляющими, администраторами и УК.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лицам, принимающим инфраструктурные решения.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Дополнение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4535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PASS24 Market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4535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/ 50 000 ₽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4535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при баннерном размещении.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отдельно — по агентской performance-модели.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645152"/>
            <a:ext cx="8503920" cy="13716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663440"/>
            <a:ext cx="8321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+ Витрина — 100 000 ₽  ·  Для выхода на администрации и УК: + баннер в админ-панели = 120 000 ₽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11/16  ·  Автоматические ворота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Рекламные сообщения и угол подачи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сообщений для баннера и витрины в PASS24.online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562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1938528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17830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Автоматические ворота и шлагбаумы для посёлка — монтаж, сервис, гарантия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20040" y="26060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26060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27706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60" y="2852928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25880" y="26974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Умный въезд: автоматика, камеры, домофон, интеграция с СКУД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20040" y="35204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0040" y="35204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8640" y="36850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864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1560" y="3767328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25880" y="3611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Гаражные ворота под ключ: выезд замерщика, монтаж за 1 день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320040" y="4526280"/>
            <a:ext cx="8503920" cy="201168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11480" y="454456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Угол подачи: не продажа «в лоб», а польза для вашего объекта, комфорта и эксплуатации. Нативно — в контексте ежедневного управления.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1371600" cy="19431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E8453C">
              <a:alpha val="20000"/>
            </a:srgbClr>
          </a:solidFill>
          <a:ln w="12700">
            <a:solidFill>
              <a:srgbClr val="E8453C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11/16 · Автоматические ворота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разместиться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PASS24.online?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работаете с доступом. Мы тоже. Станьте партнёром PASS24.online — там, где ваши клиенты каждый день.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246120"/>
            <a:ext cx="3474720" cy="56692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346704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327355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 медиакит и КП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0040" y="3977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Рекламное размещение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2026-04-09T07:34:17Z</dcterms:created>
  <dcterms:modified xsi:type="dcterms:W3CDTF">2026-04-09T07:34:17Z</dcterms:modified>
</cp:coreProperties>
</file>