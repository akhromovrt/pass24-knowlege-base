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9/16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Строительство коттеджей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Строить дом начинают те, кто уже живёт в посёлке или рядом с ним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9/16  ·  Строительство коттеджей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аудитория PASS24.online — коттеджные посёлки и владельцы загородной недвижимости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Прямое попадание в людей, думающих о строительстве, реконструкции или покупке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раскрывает кейсы, технологии, сроки и ипотечные модели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9/16  ·  Строительство коттеджей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«Строительство коттеджей»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Крайне дорогой лид и очень длинный цикл сделки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цена ошибки: клиент боится недостроя, срыва сроков, некачественного подрядчика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точный выход в платёжеспособную аудиторию с высоким доверием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9/16  ·  Строительство коттеджей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аудитории, которая уже живёт в загородной жизни и задумывается о стройке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Продажа строительства внутри реальной экосистемы, а не в вакууме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для размещения кейсов, подходов, проектов и расчётов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как дополнительный канал первичных заявок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9/16  ·  Строительство коттеджей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Marketplace — дополнительный канал заявок на расчёты и консультации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9/16  ·  Строительство коттеджей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Строим коттеджи в Подмосковье: проект, смета, фиксированная цена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 под ключ за 12 месяцев — реальные кейсы и гарантия результата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Строительство загородного дома: от проекта до регистрации права собственности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9/16 · Строительство коттеджей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будущие клиенты уже в PASS24.online. Приходите туда, где принимаются решения о загородной жизни.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2026-04-09T07:34:17Z</dcterms:created>
  <dcterms:modified xsi:type="dcterms:W3CDTF">2026-04-09T07:34:17Z</dcterms:modified>
</cp:coreProperties>
</file>