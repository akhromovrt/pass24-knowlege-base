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Электрика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Надёжная электрика — не мастер на час, а инфраструктурный партнёр объекта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  ·  Электрика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инфраструктурный сервис: релевантен частным домам, офисам, складам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выводит электромонтаж из зоны «дешёвых мастеров» в зону надёжной услуги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показывает специализацию: щиты, диагностика, заземление, сети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  ·  Электрика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«Электрика»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недоверия: клиенты боятся ошибок и небезопасного монтажа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и срочный спрос, и проектные сделки — нужна разная подача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массовом рекламном поле сегмент быстро уходит в ценовую конкуренцию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  ·  Электрика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с аудиторией объектов — частных и коммерческих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Нативное размещение в доверенной экосистеме доступа и управления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для демонстрации специализации и отраслевой экспертизы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администраторам для долгосрочных объектовых контрактов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  ·  Электрика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контрактов с объектами: + баннер в админ-панели = 120 000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  ·  Электрика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Электромонтаж в загородном доме: щиты, разводка, заземление, гарантия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Аварийный электрик и плановые работы — одна компания, один договор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сети, монтаж умного освещения — официально и с гарантией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10/16 · Электрика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Отстройтесь от рынка «мастеров на час» — занимайте место доверенного электрика в PASS24.online.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