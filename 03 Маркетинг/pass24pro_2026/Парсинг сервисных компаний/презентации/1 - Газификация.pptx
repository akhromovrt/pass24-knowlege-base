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5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10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для коттеджа — решение принимают те, кто открывает ворота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 — владельцы загородных домов и посёлков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газификации связан с комфортом, безопасностью и ростом стоимости объекта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уже взаимодействует с инфраструктурой: реклама воспринимается органично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«Газификация»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Дорогой лид и длинный цикл сделки — клиент долго выбирает подрядчика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порог доверия: решение связано с безопасностью, документами и большим бюджетом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платёжеспособная аудитория домовладельцев, а не широкий трафик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 активных пользователей — владельцы и жители объектов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касания в нативной среде без ощущения навязчивости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решения: УК, администраторы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Аналитика: показы, клики, уникальные пользователи + UTM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 — 100 000 ₽  ·  Для B2B-работы с администраторами: + баннер в админ-панели +20 000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 в каждый коттедж — без очередей и лишних согласований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газу для частного дома: от проекта до ключей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соседи уже с газом. Узнайте, как быстро подключиться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Газификация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аудитория уже внутри PASS24.online.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Получите коммерческое предложение и медиакит — размещайтесь там, где принимаются решения о доме.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543</Words>
  <Application>Microsoft Office PowerPoint</Application>
  <PresentationFormat>Экран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Evgeniy Kornilov</cp:lastModifiedBy>
  <cp:revision>3</cp:revision>
  <dcterms:created xsi:type="dcterms:W3CDTF">2026-04-09T07:34:17Z</dcterms:created>
  <dcterms:modified xsi:type="dcterms:W3CDTF">2026-04-09T12:53:32Z</dcterms:modified>
</cp:coreProperties>
</file>