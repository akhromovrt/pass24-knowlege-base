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86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газового оборудования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контракт рядом — там, где каждый день открывают ворота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Регулярная потребность: обслуживание котлов повторяется ежегодно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 домовладельцев, поселковых администраций и УК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Рекламодатель заходит в доверенную цифровую среду объекта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«Обслуживание газового оборудования»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вспоминают об обслуживании в последний момент — важна видимость в нужный момент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конкуренция среди сервисников и низкое доверие к новым подрядчикам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 скорость обращения и ощущение надёжности — не только цена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контакт с аудиторией объектов: дома, посёлки, офисы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среда: реклама не воспринимается как навязчивый спам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к администраторам и УК, закупающим сервисные контракты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эффективности: показы, клики, уникальные пользователи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3CBF29CC-FFC2-40E1-B5CC-D64DFC4863EE}"/>
              </a:ext>
            </a:extLst>
          </p:cNvPr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контрактов с УК и администрациями: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F800E00E-9539-4E72-8DC2-8D1C3471AFAF}"/>
              </a:ext>
            </a:extLst>
          </p:cNvPr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Ежегодное ТО котла — запишитесь прямо сейчас, не дожидаясь сезона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договор на газовое оборудование: безопасность, гарантия, спокойствие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Обслуживаем газ в коттеджных посёлках — быстрый вызов, официальный сервис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газового оборудования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клиенты уже используют PASS24.online каждый день.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Свяжитесь с нами — и ваш сервис окажется там, где принимают решение о доме.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Экран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Evgeniy Kornilov</cp:lastModifiedBy>
  <cp:revision>2</cp:revision>
  <dcterms:created xsi:type="dcterms:W3CDTF">2026-04-09T07:34:17Z</dcterms:created>
  <dcterms:modified xsi:type="dcterms:W3CDTF">2026-04-09T12:54:28Z</dcterms:modified>
</cp:coreProperties>
</file>