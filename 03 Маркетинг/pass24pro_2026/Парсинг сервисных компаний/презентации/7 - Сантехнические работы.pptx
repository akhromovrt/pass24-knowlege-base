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7/16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Сантехнические работы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Надёжный сантехник рядом — не случайный мастер, а партнёр вашего объекта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7/16  ·  Сантехнические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как для B2C (срочные вызовы), так и для B2B (сервисные контракты)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— доверенная цифровая среда объекта, а не безликая доска объявлений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показывает регламент, перечень услуг и гарантии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7/16  ·  Сантехнические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«Сантехнические работы»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спроса аварийная: пользователь ищет быстро, но не доверяет случайным мастерам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сервисных компаний важно сочетать быстрые заявки и долгосрочные контракты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массовом рынке много демпинга — бренд и репутация критичны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7/16  ·  Сантехнические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охват аудитории объектов через баннер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для позиционирования как надёжного подрядчика с гарантиями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для оперативных заявок — удобно для срочного спроса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администраторам и УК для долгосрочных контрактов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7/16  ·  Сантехнические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Для сервисных контрактов с администраторами: + баннер в админ-панели = 120 000 ₽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7/16  ·  Сантехнические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Сантехник на объект: аварийный вызов и плановый монтаж — один подрядчик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мастер из объявления, а сервисная компания с гарантией и регламентом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 сантехники в коттеджном посёлке: заявка, выезд, акт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7/16 · Сантехнические работы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ваших объектов уже в PASS24.online. Займите место доверенного подрядчика — до того, как это сделает конкурент.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2026-04-09T07:34:17Z</dcterms:created>
  <dcterms:modified xsi:type="dcterms:W3CDTF">2026-04-09T07:34:17Z</dcterms:modified>
</cp:coreProperties>
</file>