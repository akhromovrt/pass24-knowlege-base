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22860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914400" cy="2286000"/>
          </a:xfrm>
          <a:prstGeom prst="rect">
            <a:avLst/>
          </a:prstGeom>
          <a:solidFill>
            <a:srgbClr val="E8453C">
              <a:alpha val="30000"/>
            </a:srgbClr>
          </a:solidFill>
          <a:ln w="12700">
            <a:solidFill>
              <a:srgbClr val="E8453C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667512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20299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рекламному размещению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578608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вентиляции и кондиционирования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0040" y="3611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Комфортный климат — там, где управляют объектом каждый день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 ·  Системы вентиляции и кондиционирования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PASS24.online — сильный B2B/B2C-канал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7548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2560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подходит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87452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81965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для домовладельцев, бизнес-центров, складов — широкая B2B/B2C аудитория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25146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5973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«баннер + витрина + админка» позволяет работать по частным и объектовым заказам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31546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" y="30998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Аудитория PASS24.online уже ориентирована на инженерию и эксплуатацию объектов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25780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5780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300 000+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525780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пользователей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223760" y="13716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2237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14 000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7223760" y="1965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— ежедневно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25780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5780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млн+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25780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Показов в месяц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223760" y="2697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7223760" y="2834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4 300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722376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Новых пользователей / мес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массовый случайный трафик — а доступ к людям, которые управляют недвижимостью и объектами. Ежедневно.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 ·  Системы вентиляции и кондиционирования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Боли рекламодателя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проблемы при продвижении в сегменте «Системы вентиляции и кондиционирования»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2395728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Сезонные пики спроса и сильная конкуренция в момент ажиотажа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6499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6499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3280" y="2395728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0332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6499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Клиенту важны проектирование, сервис, гарантия — не просто монтаж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691640"/>
            <a:ext cx="27432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80760" y="1691640"/>
            <a:ext cx="2743200" cy="640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45352" y="1828800"/>
            <a:ext cx="411480" cy="411480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45352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640" y="2395728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83680" y="2423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245352" y="27432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B2B особенно ценятся компетенция и опыт на сложных объектах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389120"/>
            <a:ext cx="8503920" cy="347472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0292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решает эти задачи — точная аудитория, нативная среда, доступ к ЛПР.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 ·  Системы вентиляции и кондиционирования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рекламодатель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Одновременная работа по B2C (жители) и B2B (администраторы объектов)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37160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8032" y="14813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44475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в нативной среде управления инфраструктурой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00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" y="2944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для демонстрации спектра: проектирование, монтаж, обслуживание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8346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663440" y="2834640"/>
            <a:ext cx="64008" cy="123444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8032" y="29443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66360" y="2907792"/>
            <a:ext cx="3520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Аналитика: показы, клики, уникальные пользователи + UTM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4224528"/>
            <a:ext cx="850392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0292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размещения: показы · клики · уникальные пользователи · UTM-ссылки на стороне рекламодателя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 ·  Системы вентиляции и кондиционирования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Рекомендуемый пакет размещения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45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Рекомендуется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463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приложении + Витрина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₽ / мес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и самый сильный оффер.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контакт + место для аргументов, кейсов и ссылок.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усиление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в админ-панели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₽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B2B-работы с управляющими, администраторами и УК.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лицам, принимающим инфраструктурные решения.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solidFill>
            <a:srgbClr val="9BA3AF"/>
          </a:solidFill>
          <a:ln w="12700">
            <a:solidFill>
              <a:srgbClr val="9BA3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5352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Дополнение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45352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PASS24 Market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/ 50 000 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45352" y="290779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 при баннерном размещении.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отдельно — по агентской performance-модели.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4645152"/>
            <a:ext cx="8503920" cy="137160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66344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Баннер + Витрина — 100 000 ₽  ·  Для компаний с фокусом на объекты: + баннер в админ-панели = 120 000 ₽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 ·  Системы вентиляции и кондиционирования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сообщения и угол подачи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сообщений для баннера и витрины в PASS24.online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562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193852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7830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и монтаж вентиляции для загородного дома — под ключ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0040" y="26060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6060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8529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26974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Кондиционирование для коттеджа, офиса, склада: сезон близко, успейте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20040" y="35204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3520440"/>
            <a:ext cx="64008" cy="74980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85032"/>
            <a:ext cx="384048" cy="384048"/>
          </a:xfrm>
          <a:prstGeom prst="ellipse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76732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Гарантийный сервис систем вентиляции — договор, выезд, акт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FEF1F1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11480" y="45445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Угол подачи: не продажа «в лоб», а польза для вашего объекта, комфорта и эксплуатации. Нативно — в контексте ежедневного управления.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Рекламный оффер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1371600" cy="194310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640080" cy="5143500"/>
          </a:xfrm>
          <a:prstGeom prst="rect">
            <a:avLst/>
          </a:prstGeom>
          <a:solidFill>
            <a:srgbClr val="E8453C">
              <a:alpha val="20000"/>
            </a:srgbClr>
          </a:solidFill>
          <a:ln w="12700">
            <a:solidFill>
              <a:srgbClr val="E8453C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8/16 · Системы вентиляции и кондиционирования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6858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разместиться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PASS24.online?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конкуренты борются за клики в поиске — ваш бренд работает внутри экосистемы объектов. Свяжитесь с нами.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3474720" cy="566928"/>
          </a:xfrm>
          <a:prstGeom prst="rect">
            <a:avLst/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3346704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68680" y="327355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медиакит и КП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0040" y="3977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pass24.online  ·  PASS24 Market  ·  Рекламное размещение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2B3B"/>
          </a:solidFill>
          <a:ln w="12700">
            <a:solidFill>
              <a:srgbClr val="252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892040"/>
            <a:ext cx="85039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B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 для партнёров и рекламодателей  ·  PASS24.online  ·  PASS24 Market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2026-04-09T07:34:17Z</dcterms:created>
  <dcterms:modified xsi:type="dcterms:W3CDTF">2026-04-09T07:34:17Z</dcterms:modified>
</cp:coreProperties>
</file>