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14/16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для дома и объектов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Интернет-провайдер — там, где принимают решение о подключении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14/16  ·  Интернет для дома и объектов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объединяет частных пользователей и управляющих объектами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сценария: частное подключение жителей и объектовые контракты через УК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интернета — один из самых сильных для связки баннер + витрина + админка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14/16  ·  Интернет для дома и объектов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«Интернет для дома и объектов»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Провайдерам нужен точный доступ к домохозяйствам в конкретной локации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дотянуться до лиц, принимающих решение о подключении на уровне объекта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digital высокая конкуренция, трафик часто не даёт качественных объектовых заявок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14/16  ·  Интернет для дома и объектов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выход к жителям и администраторам — одновременно в одном канале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среда цифрового управления объектом — контекст для интернет-услуг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B2B-доступ к управляющим, закупающим подключение для всего посёлка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Аналитика: показы, клики, уникальные пользователи + UTM-ссылки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14/16  ·  Интернет для дома и объектов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Для корпоративных продаж: + баннер в админ-панели = 120 000 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14/16  ·  Интернет для дома и объектов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в загородный дом: скорость до 1 Гбит/с, подключение за 1 день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для коттеджного посёлка — объектовое решение от одного провайдера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Wifi-покрытие всего дома и территории: оборудование + монтаж + поддержка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14/16 · Интернет для дома и объектов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потенциальные клиенты — в PASS24.online. Свяжитесь с нами, чтобы оказаться внутри их цифрового объекта.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2026-04-09T07:34:18Z</dcterms:created>
  <dcterms:modified xsi:type="dcterms:W3CDTF">2026-04-09T07:34:18Z</dcterms:modified>
</cp:coreProperties>
</file>