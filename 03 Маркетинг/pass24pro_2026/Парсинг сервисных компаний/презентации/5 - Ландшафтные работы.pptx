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7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 работы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Красивый участок — желание тех, кто уже открыл ворота в PASS24.online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Собственники коттеджей — прямая целевая аудитория ландшафтных компаний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работает на узнаваемость, витрина — на демонстрацию портфолио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охват: сезонные предложения, автополив, озеленение, комплексное благоустройство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«Ландшафтные работы»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услуга — нужно продавать образ жизни и результат, а не работу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обеспеченная аудитория, которая реально владеет территорией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перформанс-каналы дают дешёвые, но нерелевантные обращения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Премиальная загородная аудитория — самая точная для ландшафтного бизнеса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для портфолио: фото объектов, сезонные предложения, услуги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управляющим и администраторам для подрядов по территориям посёлков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Нативное размещение — пользователь уже думает о своём объекте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(must-have для визуального сегмента)  ·  Marketplace бесплатно при баннерном размещении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Благоустройство участка под ключ: газон, автополив, освещение, озеленение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участок — ваше лицо. Профессиональный ландшафт для коттеджного посёлка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 открывается — закажите ландшафтный проект до старта работ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Ландшафтные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клиенты уже в PASS24.online. Покажите им свои работы там, где они думают о доме.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Экран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Evgeniy Kornilov</cp:lastModifiedBy>
  <cp:revision>2</cp:revision>
  <dcterms:created xsi:type="dcterms:W3CDTF">2026-04-09T07:34:17Z</dcterms:created>
  <dcterms:modified xsi:type="dcterms:W3CDTF">2026-04-09T13:17:22Z</dcterms:modified>
</cp:coreProperties>
</file>