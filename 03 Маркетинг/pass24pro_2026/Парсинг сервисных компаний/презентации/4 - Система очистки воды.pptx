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01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очистки воды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вода в загородном доме — там, где живут ваши клиенты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очистки воды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Сильное попадание в аудиторию загородных домов с реальной проблемой качества воды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раскрывает логику: анализ воды → подбор системы → монтаж → сервис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объединяет жителей и администраторов с инфраструктурной повесткой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очистки воды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«Система очистки воды»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нужно объяснить проблему и ценность — спрос формируется через образование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путь от интереса до анализа воды и покупки системы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каналов дают холодный трафик без реального намерения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очистки воды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домовладельцам с реальной потребностью в очистке воды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раскрыть полный сервисный цикл в карточке витрины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для сбора заявок на анализ воды и первичный консалтинг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среда доверия — пользователь воспринимает рекламу без барьеров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очистки воды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Marketplace — как дополнительный канал заявок на анализ воды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очистки воды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Сделайте анализ воды бесплатно — подберём систему под ваш дом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вода в загородном доме: от скважины до крана — без известняка и хлора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очистки воды под ключ: монтаж, фильтры, обслуживание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очистки воды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клиенты — в PASS24.online ежедневно. Расскажите им о чистой воде в нужный момент.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550</Words>
  <Application>Microsoft Office PowerPoint</Application>
  <PresentationFormat>Экран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Evgeniy Kornilov</cp:lastModifiedBy>
  <cp:revision>2</cp:revision>
  <dcterms:created xsi:type="dcterms:W3CDTF">2026-04-09T07:34:17Z</dcterms:created>
  <dcterms:modified xsi:type="dcterms:W3CDTF">2026-04-09T13:23:30Z</dcterms:modified>
</cp:coreProperties>
</file>