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отделка и дизайн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без стресса — там, где живут люди, готовые вложиться в качество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  ·  Внутренняя отделка и дизайн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PASS24.online — владельцы домов и квартир бизнес-класса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создаёт частый контакт в контексте управления объектом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раскрывает кейсы, этапы работ, подход и сроки ремонта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  ·  Внутренняя отделка и дизайн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«Внутренняя отделка и дизайн»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чек и длинный цикл принятия решения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выбирает доверие, вкус, опыт и предсказуемость результата — не просто цену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доступ к обеспеченной аудитории без массовых охватов без намерения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  ·  Внутренняя отделка и дизайн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платёжеспособным владельцам недвижимости уровня бизнес+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 в контексте комфорта и статуса — не в потоке спама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портфолио: стили, этапы работ, команда, гарантии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B2B-доступ к девелоперам и УК через админ-панель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  ·  Внутренняя отделка и дизайн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работы с девелоперами и администраторами: + баннер в админ-панели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  ·  Внутренняя отделка и дизайн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под ключ в коттеджном посёлке: дизайн-проект, материалы, бригада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Интерьер, который вы задумали — без переделок и просроченных сроков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Отделка для загородного дома: умный ремонт от дизайнера до прораба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6/16 · Внутренняя отделка и дизайн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с нужным уровнем дохода уже внутри PASS24.online. Покажите им свою работу в правильном контексте.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