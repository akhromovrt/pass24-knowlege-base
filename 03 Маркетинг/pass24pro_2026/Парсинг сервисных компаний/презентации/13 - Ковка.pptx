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13/16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Ковка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Кованые изделия — там, где ценят статус, эстетику и индивидуальность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13/16  ·  Ковка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загородных домов и посёлков — основные покупатели кованых изделий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идеально подходит для демонстрации стиля, фото работ и уникальности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Премиальное позиционирование совпадает с уровнем аудитории платформы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13/16  ·  Ковка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«Ковка»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Нишевый и визуальный продукт — нужно продавать красоту и статус, не цену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аудитория домовладельцев, которые могут позволить индивидуальные изделия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принимается не импульсивно — важны доверие, портфолио, подача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13/16  ·  Ковка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владельцам частных домов с реальным бюджетом на благоустройство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среда для демонстрации портфолио и уникальных работ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в момент, когда пользователь думает о своём объекте и участке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касания с аудиторией, ценящей эстетику пространства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13/16  ·  Ковка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(оптимальный формат для визуального нишевого продукта)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13/16  ·  Ковка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Кованые ворота, заборы, перила — ручная работа по вашему эскизу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Индивидуальная ковка для загородного дома: от эскиза до установки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Кованый забор или лестница — статус объекта начинается с металла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13/16 · Ковка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заказчики живут в коттеджных посёлках. PASS24.online — место, где они принимают решения о доме.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2026-04-09T07:34:17Z</dcterms:created>
  <dcterms:modified xsi:type="dcterms:W3CDTF">2026-04-09T07:34:17Z</dcterms:modified>
</cp:coreProperties>
</file>