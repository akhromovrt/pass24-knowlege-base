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12/16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окна — решение, которое созревает рядом с домом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12/16  ·  Окна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недвижимости и комфорта — прямая целевая группа оконных компаний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Частый контакт через баннер повышает знание бренда в нужный момент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помогает раскрыть преимущества, типы окон и условия сервиса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12/16  ·  Окна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«Окна»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конкуренция и обесценивание в классических рекламных каналах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важны монтаж, сроки, гарантия и качество профиля — не только цена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тёплый и платёжеспособный пользователь, а не просто трафик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12/16  ·  Окна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Платёжеспособная аудитория домовладельцев без конкуренции за клики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Ежедневные касания — бренд запоминается к моменту принятия решения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для кейсов, типов профилей, монтажа и гарантий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для сбора заявок на замер и сервисное обслуживание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12/16  ·  Окна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Marketplace — дополнительный канал заявок на замер и сервис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12/16  ·  Окна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Окна для загородного дома: немецкий профиль, тихий монтаж, 5 лет гарантии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окон в коттедже: выезд замерщика бесплатно, монтаж за день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Панорамные окна, остекление террас — проект и монтаж под ключ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12/16 · Окна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ваши конкуренты тратят бюджет на холодный трафик — ваш бренд работает внутри экосистемы загородной жизни.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2026-04-09T07:34:17Z</dcterms:created>
  <dcterms:modified xsi:type="dcterms:W3CDTF">2026-04-09T07:34:17Z</dcterms:modified>
</cp:coreProperties>
</file>