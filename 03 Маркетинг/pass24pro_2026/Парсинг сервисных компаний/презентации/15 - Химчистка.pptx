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15/16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Химчистка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для тех, кто ценит удобство — там, где живут именно такие люди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15/16  ·  Химчистка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Платёжеспособная аудитория с высокой чувствительностью к удобству и сервису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Нативный контакт с людьми с доходом выше среднего в комфортной среде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Частые касания через баннер — сервис запоминается к нужному моменту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15/16  ·  Химчистка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«Химчистка»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нужен регулярно, но бренд легко теряется в однотипных сообщениях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донести удобство, безопасность вещей и качество — не просто цену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 всего работают частые касания с аудиторией, живущей в комфортной среде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15/16  ·  Химчистка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платёжеспособной аудитории без конкуренции за клики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Ежедневные нативные касания — бренд химчистки в экосистеме объекта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для описания сервиса: забор/доставка, виды одежды, сроки, гарантия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как дополнительная точка заявок и повторных заказов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15/16  ·  Химчистка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— 100 000 ₽  ·  Marketplace — дополнительный канал для регулярных заказов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15/16  ·  Химчистка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Химчистка с забором и доставкой: бережно, быстро, с гарантией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Деловая одежда, пуховики, шторы, обувь — профессиональная химчистка на дому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Химчистка для жителей коттеджного посёлка: удобный сервис рядом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15/16 · Химчистка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Разместитесь в среде, где уже живут ваши клиенты — регулярный сервис требует регулярного присутствия.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2026-04-09T07:34:18Z</dcterms:created>
  <dcterms:modified xsi:type="dcterms:W3CDTF">2026-04-09T07:34:18Z</dcterms:modified>
</cp:coreProperties>
</file>